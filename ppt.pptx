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3"/>
    <p:sldId id="267" r:id="rId4"/>
    <p:sldId id="262" r:id="rId5"/>
    <p:sldId id="26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9FE6AE-C2B9-453E-8CF7-CA60604D6D13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81FFE53-82F3-4ED5-8980-3131D3FEC64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CA"/>
            <a:t>s</a:t>
          </a:r>
          <a:r>
            <a:rPr lang="en-US" altLang="en-CA"/>
            <a:t>plit( )</a:t>
          </a:r>
          <a:r>
            <a:rPr lang="en-US" altLang="en-CA"/>
            <a:t/>
          </a:r>
          <a:endParaRPr lang="en-US" altLang="en-CA"/>
        </a:p>
      </dgm:t>
    </dgm:pt>
    <dgm:pt modelId="{DB163FDE-1BED-4CD7-9286-45EE522D531E}" cxnId="{F9B4830E-2347-41C5-9902-5B56BEA4A970}" type="parTrans">
      <dgm:prSet/>
      <dgm:spPr/>
      <dgm:t>
        <a:bodyPr/>
        <a:lstStyle/>
        <a:p>
          <a:endParaRPr lang="en-US"/>
        </a:p>
      </dgm:t>
    </dgm:pt>
    <dgm:pt modelId="{BBDB9BFA-B2FA-4808-8DF1-5F3FA0364A75}" cxnId="{F9B4830E-2347-41C5-9902-5B56BEA4A970}" type="sibTrans">
      <dgm:prSet/>
      <dgm:spPr/>
      <dgm:t>
        <a:bodyPr/>
        <a:lstStyle/>
        <a:p>
          <a:endParaRPr lang="en-US"/>
        </a:p>
      </dgm:t>
    </dgm:pt>
    <dgm:pt modelId="{5F82075E-7BEF-4922-A1EF-D39E626E5E5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CA"/>
            <a:t>NLTK</a:t>
          </a:r>
          <a:endParaRPr lang="en-US" altLang="en-CA"/>
        </a:p>
      </dgm:t>
    </dgm:pt>
    <dgm:pt modelId="{CD900EDB-6C4B-4ED9-92ED-C5FFB0EB0D8D}" cxnId="{9419038C-3053-4848-83B5-4E0F2CD18425}" type="parTrans">
      <dgm:prSet/>
      <dgm:spPr/>
      <dgm:t>
        <a:bodyPr/>
        <a:lstStyle/>
        <a:p>
          <a:endParaRPr lang="en-US"/>
        </a:p>
      </dgm:t>
    </dgm:pt>
    <dgm:pt modelId="{27DEB00B-DFB5-4F80-90F4-673A4DD3504B}" cxnId="{9419038C-3053-4848-83B5-4E0F2CD18425}" type="sibTrans">
      <dgm:prSet/>
      <dgm:spPr/>
      <dgm:t>
        <a:bodyPr/>
        <a:lstStyle/>
        <a:p>
          <a:endParaRPr lang="en-US"/>
        </a:p>
      </dgm:t>
    </dgm:pt>
    <dgm:pt modelId="{A410E315-B74D-4531-9D8A-513703116A6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BPE</a:t>
          </a:r>
          <a:r>
            <a:rPr lang="en-US"/>
            <a:t/>
          </a:r>
          <a:endParaRPr lang="en-US"/>
        </a:p>
      </dgm:t>
    </dgm:pt>
    <dgm:pt modelId="{92837F25-AF4F-4723-A87C-06536729C62E}" cxnId="{F5050E94-57F1-488C-80E6-A17DFE1FEBEA}" type="parTrans">
      <dgm:prSet/>
      <dgm:spPr/>
      <dgm:t>
        <a:bodyPr/>
        <a:lstStyle/>
        <a:p>
          <a:endParaRPr lang="en-US"/>
        </a:p>
      </dgm:t>
    </dgm:pt>
    <dgm:pt modelId="{5C6F372B-BA97-4F7E-BA32-58D45640DAA0}" cxnId="{F5050E94-57F1-488C-80E6-A17DFE1FEBEA}" type="sibTrans">
      <dgm:prSet/>
      <dgm:spPr/>
      <dgm:t>
        <a:bodyPr/>
        <a:lstStyle/>
        <a:p>
          <a:endParaRPr lang="en-US"/>
        </a:p>
      </dgm:t>
    </dgm:pt>
    <dgm:pt modelId="{1B668981-7F9A-E248-8A16-E2084FBECCCA}" type="pres">
      <dgm:prSet presAssocID="{F49FE6AE-C2B9-453E-8CF7-CA60604D6D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AF7CE1-369D-0D48-B6C8-0571F589AC99}" type="pres">
      <dgm:prSet presAssocID="{281FFE53-82F3-4ED5-8980-3131D3FEC644}" presName="root" presStyleCnt="0"/>
      <dgm:spPr/>
    </dgm:pt>
    <dgm:pt modelId="{4B093287-88FF-5848-B437-E98876F32345}" type="pres">
      <dgm:prSet presAssocID="{281FFE53-82F3-4ED5-8980-3131D3FEC644}" presName="rootComposite" presStyleCnt="0"/>
      <dgm:spPr/>
    </dgm:pt>
    <dgm:pt modelId="{8423932C-C737-8448-BDE2-B3819D3C4D79}" type="pres">
      <dgm:prSet presAssocID="{281FFE53-82F3-4ED5-8980-3131D3FEC644}" presName="rootText" presStyleLbl="node1" presStyleIdx="0" presStyleCnt="3"/>
      <dgm:spPr/>
    </dgm:pt>
    <dgm:pt modelId="{8533B2C7-3352-674F-836F-0C0740B7A888}" type="pres">
      <dgm:prSet presAssocID="{281FFE53-82F3-4ED5-8980-3131D3FEC644}" presName="rootConnector" presStyleCnt="0"/>
      <dgm:spPr/>
    </dgm:pt>
    <dgm:pt modelId="{5447BA10-72F0-A847-B62A-9B1978698DC5}" type="pres">
      <dgm:prSet presAssocID="{281FFE53-82F3-4ED5-8980-3131D3FEC644}" presName="childShape" presStyleCnt="0"/>
      <dgm:spPr/>
    </dgm:pt>
    <dgm:pt modelId="{765ABA84-2FA7-5E46-8CF5-535D9D25554F}" type="pres">
      <dgm:prSet presAssocID="{5F82075E-7BEF-4922-A1EF-D39E626E5E5C}" presName="root" presStyleCnt="0"/>
      <dgm:spPr/>
    </dgm:pt>
    <dgm:pt modelId="{3DCB1708-B327-404E-AEED-F642E49F232E}" type="pres">
      <dgm:prSet presAssocID="{5F82075E-7BEF-4922-A1EF-D39E626E5E5C}" presName="rootComposite" presStyleCnt="0"/>
      <dgm:spPr/>
    </dgm:pt>
    <dgm:pt modelId="{D52D3FA1-D8FF-A940-BD91-81783A7EA1B3}" type="pres">
      <dgm:prSet presAssocID="{5F82075E-7BEF-4922-A1EF-D39E626E5E5C}" presName="rootText" presStyleLbl="node1" presStyleIdx="1" presStyleCnt="3"/>
      <dgm:spPr/>
    </dgm:pt>
    <dgm:pt modelId="{438149CD-5335-9542-900C-1625406564D2}" type="pres">
      <dgm:prSet presAssocID="{5F82075E-7BEF-4922-A1EF-D39E626E5E5C}" presName="rootConnector" presStyleCnt="0"/>
      <dgm:spPr/>
    </dgm:pt>
    <dgm:pt modelId="{4E8C4899-3BA9-954D-ABA1-2604C215CBB9}" type="pres">
      <dgm:prSet presAssocID="{5F82075E-7BEF-4922-A1EF-D39E626E5E5C}" presName="childShape" presStyleCnt="0"/>
      <dgm:spPr/>
    </dgm:pt>
    <dgm:pt modelId="{6990C45D-2A9B-4C48-B37D-FD6A65113C8E}" type="pres">
      <dgm:prSet presAssocID="{A410E315-B74D-4531-9D8A-513703116A63}" presName="root" presStyleCnt="0"/>
      <dgm:spPr/>
    </dgm:pt>
    <dgm:pt modelId="{5B6DA2B4-F73E-6B40-AF7A-D3982F7BFF4B}" type="pres">
      <dgm:prSet presAssocID="{A410E315-B74D-4531-9D8A-513703116A63}" presName="rootComposite" presStyleCnt="0"/>
      <dgm:spPr/>
    </dgm:pt>
    <dgm:pt modelId="{066C002F-9935-8C48-8230-E35C48E0EF8E}" type="pres">
      <dgm:prSet presAssocID="{A410E315-B74D-4531-9D8A-513703116A63}" presName="rootText" presStyleLbl="node1" presStyleIdx="2" presStyleCnt="3"/>
      <dgm:spPr/>
    </dgm:pt>
    <dgm:pt modelId="{31D075CB-2315-B348-9C48-B0BDCB8B931C}" type="pres">
      <dgm:prSet presAssocID="{A410E315-B74D-4531-9D8A-513703116A63}" presName="rootConnector" presStyleCnt="0"/>
      <dgm:spPr/>
    </dgm:pt>
    <dgm:pt modelId="{F8053C72-2724-714E-A5BD-B29F39E646CB}" type="pres">
      <dgm:prSet presAssocID="{A410E315-B74D-4531-9D8A-513703116A63}" presName="childShape" presStyleCnt="0"/>
      <dgm:spPr/>
    </dgm:pt>
  </dgm:ptLst>
  <dgm:cxnLst>
    <dgm:cxn modelId="{F9B4830E-2347-41C5-9902-5B56BEA4A970}" srcId="{F49FE6AE-C2B9-453E-8CF7-CA60604D6D13}" destId="{281FFE53-82F3-4ED5-8980-3131D3FEC644}" srcOrd="0" destOrd="0" parTransId="{DB163FDE-1BED-4CD7-9286-45EE522D531E}" sibTransId="{BBDB9BFA-B2FA-4808-8DF1-5F3FA0364A75}"/>
    <dgm:cxn modelId="{9419038C-3053-4848-83B5-4E0F2CD18425}" srcId="{F49FE6AE-C2B9-453E-8CF7-CA60604D6D13}" destId="{5F82075E-7BEF-4922-A1EF-D39E626E5E5C}" srcOrd="1" destOrd="0" parTransId="{CD900EDB-6C4B-4ED9-92ED-C5FFB0EB0D8D}" sibTransId="{27DEB00B-DFB5-4F80-90F4-673A4DD3504B}"/>
    <dgm:cxn modelId="{F5050E94-57F1-488C-80E6-A17DFE1FEBEA}" srcId="{F49FE6AE-C2B9-453E-8CF7-CA60604D6D13}" destId="{A410E315-B74D-4531-9D8A-513703116A63}" srcOrd="2" destOrd="0" parTransId="{92837F25-AF4F-4723-A87C-06536729C62E}" sibTransId="{5C6F372B-BA97-4F7E-BA32-58D45640DAA0}"/>
    <dgm:cxn modelId="{B486148B-5487-4AFE-BC3F-2BB3D0161EF1}" type="presOf" srcId="{F49FE6AE-C2B9-453E-8CF7-CA60604D6D13}" destId="{1B668981-7F9A-E248-8A16-E2084FBECCCA}" srcOrd="0" destOrd="0" presId="urn:microsoft.com/office/officeart/2005/8/layout/hierarchy3"/>
    <dgm:cxn modelId="{3FE4AD1C-30BE-45BC-A7F1-4A956F3871EF}" type="presParOf" srcId="{1B668981-7F9A-E248-8A16-E2084FBECCCA}" destId="{F0AF7CE1-369D-0D48-B6C8-0571F589AC99}" srcOrd="0" destOrd="0" presId="urn:microsoft.com/office/officeart/2005/8/layout/hierarchy3"/>
    <dgm:cxn modelId="{AEB38A73-E8A8-447D-9A33-6178FA4C9632}" type="presParOf" srcId="{F0AF7CE1-369D-0D48-B6C8-0571F589AC99}" destId="{4B093287-88FF-5848-B437-E98876F32345}" srcOrd="0" destOrd="0" presId="urn:microsoft.com/office/officeart/2005/8/layout/hierarchy3"/>
    <dgm:cxn modelId="{FAFF6430-CAA2-4F65-892D-E15F934E4992}" type="presOf" srcId="{281FFE53-82F3-4ED5-8980-3131D3FEC644}" destId="{4B093287-88FF-5848-B437-E98876F32345}" srcOrd="0" destOrd="0" presId="urn:microsoft.com/office/officeart/2005/8/layout/hierarchy3"/>
    <dgm:cxn modelId="{E130F1F8-61AB-4606-BDBC-F8171782C811}" type="presParOf" srcId="{4B093287-88FF-5848-B437-E98876F32345}" destId="{8423932C-C737-8448-BDE2-B3819D3C4D79}" srcOrd="0" destOrd="0" presId="urn:microsoft.com/office/officeart/2005/8/layout/hierarchy3"/>
    <dgm:cxn modelId="{87BB8FAC-ACB3-411A-A722-EFD3FECB6461}" type="presOf" srcId="{281FFE53-82F3-4ED5-8980-3131D3FEC644}" destId="{8423932C-C737-8448-BDE2-B3819D3C4D79}" srcOrd="0" destOrd="0" presId="urn:microsoft.com/office/officeart/2005/8/layout/hierarchy3"/>
    <dgm:cxn modelId="{15436624-AB60-4F67-8667-A0520EEF09D2}" type="presParOf" srcId="{4B093287-88FF-5848-B437-E98876F32345}" destId="{8533B2C7-3352-674F-836F-0C0740B7A888}" srcOrd="1" destOrd="0" presId="urn:microsoft.com/office/officeart/2005/8/layout/hierarchy3"/>
    <dgm:cxn modelId="{8E183AB2-A676-4BE6-B54A-7CAE3EBFB03B}" type="presOf" srcId="{281FFE53-82F3-4ED5-8980-3131D3FEC644}" destId="{8533B2C7-3352-674F-836F-0C0740B7A888}" srcOrd="0" destOrd="0" presId="urn:microsoft.com/office/officeart/2005/8/layout/hierarchy3"/>
    <dgm:cxn modelId="{16867ACD-0EA8-491A-A930-CE26B07FE758}" type="presParOf" srcId="{F0AF7CE1-369D-0D48-B6C8-0571F589AC99}" destId="{5447BA10-72F0-A847-B62A-9B1978698DC5}" srcOrd="1" destOrd="0" presId="urn:microsoft.com/office/officeart/2005/8/layout/hierarchy3"/>
    <dgm:cxn modelId="{87AD7876-7F3C-4C53-8E32-BD79C2A69571}" type="presParOf" srcId="{1B668981-7F9A-E248-8A16-E2084FBECCCA}" destId="{765ABA84-2FA7-5E46-8CF5-535D9D25554F}" srcOrd="1" destOrd="0" presId="urn:microsoft.com/office/officeart/2005/8/layout/hierarchy3"/>
    <dgm:cxn modelId="{60F2F258-84C5-499B-B720-7F564AEBA626}" type="presParOf" srcId="{765ABA84-2FA7-5E46-8CF5-535D9D25554F}" destId="{3DCB1708-B327-404E-AEED-F642E49F232E}" srcOrd="0" destOrd="1" presId="urn:microsoft.com/office/officeart/2005/8/layout/hierarchy3"/>
    <dgm:cxn modelId="{C0F48AD6-3461-41C6-9E8B-86796D91A39C}" type="presOf" srcId="{5F82075E-7BEF-4922-A1EF-D39E626E5E5C}" destId="{3DCB1708-B327-404E-AEED-F642E49F232E}" srcOrd="0" destOrd="0" presId="urn:microsoft.com/office/officeart/2005/8/layout/hierarchy3"/>
    <dgm:cxn modelId="{6E01213C-961E-48D2-B74B-AD9A07069F46}" type="presParOf" srcId="{3DCB1708-B327-404E-AEED-F642E49F232E}" destId="{D52D3FA1-D8FF-A940-BD91-81783A7EA1B3}" srcOrd="0" destOrd="0" presId="urn:microsoft.com/office/officeart/2005/8/layout/hierarchy3"/>
    <dgm:cxn modelId="{8F399F92-B8B8-44E0-A370-C76BFE747607}" type="presOf" srcId="{5F82075E-7BEF-4922-A1EF-D39E626E5E5C}" destId="{D52D3FA1-D8FF-A940-BD91-81783A7EA1B3}" srcOrd="0" destOrd="0" presId="urn:microsoft.com/office/officeart/2005/8/layout/hierarchy3"/>
    <dgm:cxn modelId="{047707D0-41EF-462F-A07A-ABD738A23CF0}" type="presParOf" srcId="{3DCB1708-B327-404E-AEED-F642E49F232E}" destId="{438149CD-5335-9542-900C-1625406564D2}" srcOrd="1" destOrd="0" presId="urn:microsoft.com/office/officeart/2005/8/layout/hierarchy3"/>
    <dgm:cxn modelId="{E24AA568-451B-465D-8B7C-5D7988F45EDF}" type="presOf" srcId="{5F82075E-7BEF-4922-A1EF-D39E626E5E5C}" destId="{438149CD-5335-9542-900C-1625406564D2}" srcOrd="0" destOrd="0" presId="urn:microsoft.com/office/officeart/2005/8/layout/hierarchy3"/>
    <dgm:cxn modelId="{2CA9D80C-0667-447B-8BF5-B345FADC9E11}" type="presParOf" srcId="{765ABA84-2FA7-5E46-8CF5-535D9D25554F}" destId="{4E8C4899-3BA9-954D-ABA1-2604C215CBB9}" srcOrd="1" destOrd="1" presId="urn:microsoft.com/office/officeart/2005/8/layout/hierarchy3"/>
    <dgm:cxn modelId="{AB0ABCCB-4534-4D46-B661-58AB2D05A3B9}" type="presParOf" srcId="{1B668981-7F9A-E248-8A16-E2084FBECCCA}" destId="{6990C45D-2A9B-4C48-B37D-FD6A65113C8E}" srcOrd="2" destOrd="0" presId="urn:microsoft.com/office/officeart/2005/8/layout/hierarchy3"/>
    <dgm:cxn modelId="{F849F819-FEFC-4FA4-A92C-A85F1D512C47}" type="presParOf" srcId="{6990C45D-2A9B-4C48-B37D-FD6A65113C8E}" destId="{5B6DA2B4-F73E-6B40-AF7A-D3982F7BFF4B}" srcOrd="0" destOrd="2" presId="urn:microsoft.com/office/officeart/2005/8/layout/hierarchy3"/>
    <dgm:cxn modelId="{0B355CF4-4F6B-4819-80E9-F1C6B2BEB05E}" type="presOf" srcId="{A410E315-B74D-4531-9D8A-513703116A63}" destId="{5B6DA2B4-F73E-6B40-AF7A-D3982F7BFF4B}" srcOrd="0" destOrd="0" presId="urn:microsoft.com/office/officeart/2005/8/layout/hierarchy3"/>
    <dgm:cxn modelId="{67347E7D-18A6-45FA-A798-48C60748FEF4}" type="presParOf" srcId="{5B6DA2B4-F73E-6B40-AF7A-D3982F7BFF4B}" destId="{066C002F-9935-8C48-8230-E35C48E0EF8E}" srcOrd="0" destOrd="0" presId="urn:microsoft.com/office/officeart/2005/8/layout/hierarchy3"/>
    <dgm:cxn modelId="{CCC345D8-474B-4E88-B3DF-4C7327415359}" type="presOf" srcId="{A410E315-B74D-4531-9D8A-513703116A63}" destId="{066C002F-9935-8C48-8230-E35C48E0EF8E}" srcOrd="0" destOrd="0" presId="urn:microsoft.com/office/officeart/2005/8/layout/hierarchy3"/>
    <dgm:cxn modelId="{22904B97-478F-47AA-AACC-56769B58889F}" type="presParOf" srcId="{5B6DA2B4-F73E-6B40-AF7A-D3982F7BFF4B}" destId="{31D075CB-2315-B348-9C48-B0BDCB8B931C}" srcOrd="1" destOrd="0" presId="urn:microsoft.com/office/officeart/2005/8/layout/hierarchy3"/>
    <dgm:cxn modelId="{FBECB5C9-0859-4E73-A4AD-B542646AFFE2}" type="presOf" srcId="{A410E315-B74D-4531-9D8A-513703116A63}" destId="{31D075CB-2315-B348-9C48-B0BDCB8B931C}" srcOrd="0" destOrd="0" presId="urn:microsoft.com/office/officeart/2005/8/layout/hierarchy3"/>
    <dgm:cxn modelId="{187AA3D9-E81D-4154-8507-92BA687BB17A}" type="presParOf" srcId="{6990C45D-2A9B-4C48-B37D-FD6A65113C8E}" destId="{F8053C72-2724-714E-A5BD-B29F39E646CB}" srcOrd="1" destOrd="2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9FE6AE-C2B9-453E-8CF7-CA60604D6D13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81FFE53-82F3-4ED5-8980-3131D3FEC64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CA"/>
            <a:t>s</a:t>
          </a:r>
          <a:r>
            <a:rPr lang="en-US" altLang="en-CA"/>
            <a:t>plit( )</a:t>
          </a:r>
          <a:r>
            <a:rPr lang="en-US" altLang="en-CA"/>
            <a:t/>
          </a:r>
          <a:endParaRPr lang="en-US" altLang="en-CA"/>
        </a:p>
      </dgm:t>
    </dgm:pt>
    <dgm:pt modelId="{DB163FDE-1BED-4CD7-9286-45EE522D531E}" cxnId="{F2F0E51B-70CF-4DEB-A91D-680712FC26B0}" type="parTrans">
      <dgm:prSet/>
      <dgm:spPr/>
      <dgm:t>
        <a:bodyPr/>
        <a:lstStyle/>
        <a:p>
          <a:endParaRPr lang="en-US"/>
        </a:p>
      </dgm:t>
    </dgm:pt>
    <dgm:pt modelId="{BBDB9BFA-B2FA-4808-8DF1-5F3FA0364A75}" cxnId="{F2F0E51B-70CF-4DEB-A91D-680712FC26B0}" type="sibTrans">
      <dgm:prSet/>
      <dgm:spPr/>
      <dgm:t>
        <a:bodyPr/>
        <a:lstStyle/>
        <a:p>
          <a:endParaRPr lang="en-US"/>
        </a:p>
      </dgm:t>
    </dgm:pt>
    <dgm:pt modelId="{1B668981-7F9A-E248-8A16-E2084FBECCCA}" type="pres">
      <dgm:prSet presAssocID="{F49FE6AE-C2B9-453E-8CF7-CA60604D6D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AF7CE1-369D-0D48-B6C8-0571F589AC99}" type="pres">
      <dgm:prSet presAssocID="{281FFE53-82F3-4ED5-8980-3131D3FEC644}" presName="root" presStyleCnt="0"/>
      <dgm:spPr/>
    </dgm:pt>
    <dgm:pt modelId="{4B093287-88FF-5848-B437-E98876F32345}" type="pres">
      <dgm:prSet presAssocID="{281FFE53-82F3-4ED5-8980-3131D3FEC644}" presName="rootComposite" presStyleCnt="0"/>
      <dgm:spPr/>
    </dgm:pt>
    <dgm:pt modelId="{8423932C-C737-8448-BDE2-B3819D3C4D79}" type="pres">
      <dgm:prSet presAssocID="{281FFE53-82F3-4ED5-8980-3131D3FEC644}" presName="rootText" presStyleLbl="node1" presStyleIdx="0" presStyleCnt="1"/>
      <dgm:spPr/>
    </dgm:pt>
    <dgm:pt modelId="{8533B2C7-3352-674F-836F-0C0740B7A888}" type="pres">
      <dgm:prSet presAssocID="{281FFE53-82F3-4ED5-8980-3131D3FEC644}" presName="rootConnector" presStyleCnt="0"/>
      <dgm:spPr/>
    </dgm:pt>
    <dgm:pt modelId="{5447BA10-72F0-A847-B62A-9B1978698DC5}" type="pres">
      <dgm:prSet presAssocID="{281FFE53-82F3-4ED5-8980-3131D3FEC644}" presName="childShape" presStyleCnt="0"/>
      <dgm:spPr/>
    </dgm:pt>
  </dgm:ptLst>
  <dgm:cxnLst>
    <dgm:cxn modelId="{F2F0E51B-70CF-4DEB-A91D-680712FC26B0}" srcId="{F49FE6AE-C2B9-453E-8CF7-CA60604D6D13}" destId="{281FFE53-82F3-4ED5-8980-3131D3FEC644}" srcOrd="0" destOrd="0" parTransId="{DB163FDE-1BED-4CD7-9286-45EE522D531E}" sibTransId="{BBDB9BFA-B2FA-4808-8DF1-5F3FA0364A75}"/>
    <dgm:cxn modelId="{CE5B16E5-F7A4-44F7-818D-0FEDCB0C12B9}" type="presOf" srcId="{F49FE6AE-C2B9-453E-8CF7-CA60604D6D13}" destId="{1B668981-7F9A-E248-8A16-E2084FBECCCA}" srcOrd="0" destOrd="0" presId="urn:microsoft.com/office/officeart/2005/8/layout/hierarchy3"/>
    <dgm:cxn modelId="{7F4E7E77-E419-4EAA-AF92-05CF0BF9AE2D}" type="presParOf" srcId="{1B668981-7F9A-E248-8A16-E2084FBECCCA}" destId="{F0AF7CE1-369D-0D48-B6C8-0571F589AC99}" srcOrd="0" destOrd="0" presId="urn:microsoft.com/office/officeart/2005/8/layout/hierarchy3"/>
    <dgm:cxn modelId="{24204469-1E9C-4D92-89F1-6E19FB28D142}" type="presParOf" srcId="{F0AF7CE1-369D-0D48-B6C8-0571F589AC99}" destId="{4B093287-88FF-5848-B437-E98876F32345}" srcOrd="0" destOrd="0" presId="urn:microsoft.com/office/officeart/2005/8/layout/hierarchy3"/>
    <dgm:cxn modelId="{D055A3C6-E504-47A2-885A-2FBC4F6F1BA4}" type="presOf" srcId="{281FFE53-82F3-4ED5-8980-3131D3FEC644}" destId="{4B093287-88FF-5848-B437-E98876F32345}" srcOrd="0" destOrd="0" presId="urn:microsoft.com/office/officeart/2005/8/layout/hierarchy3"/>
    <dgm:cxn modelId="{951F144F-E1B5-4BAE-BD64-3EF513507225}" type="presParOf" srcId="{4B093287-88FF-5848-B437-E98876F32345}" destId="{8423932C-C737-8448-BDE2-B3819D3C4D79}" srcOrd="0" destOrd="0" presId="urn:microsoft.com/office/officeart/2005/8/layout/hierarchy3"/>
    <dgm:cxn modelId="{3C01F360-A904-4F67-AB90-E729CAD4B6A5}" type="presOf" srcId="{281FFE53-82F3-4ED5-8980-3131D3FEC644}" destId="{8423932C-C737-8448-BDE2-B3819D3C4D79}" srcOrd="0" destOrd="0" presId="urn:microsoft.com/office/officeart/2005/8/layout/hierarchy3"/>
    <dgm:cxn modelId="{56D4CB28-8C9B-4DF2-A123-1604B5C47C86}" type="presParOf" srcId="{4B093287-88FF-5848-B437-E98876F32345}" destId="{8533B2C7-3352-674F-836F-0C0740B7A888}" srcOrd="1" destOrd="0" presId="urn:microsoft.com/office/officeart/2005/8/layout/hierarchy3"/>
    <dgm:cxn modelId="{72C62DDB-8044-4A1C-8FED-2867AEDECFBD}" type="presOf" srcId="{281FFE53-82F3-4ED5-8980-3131D3FEC644}" destId="{8533B2C7-3352-674F-836F-0C0740B7A888}" srcOrd="0" destOrd="0" presId="urn:microsoft.com/office/officeart/2005/8/layout/hierarchy3"/>
    <dgm:cxn modelId="{D1652DC2-6E94-493B-B4C3-70CFC83BF9D4}" type="presParOf" srcId="{F0AF7CE1-369D-0D48-B6C8-0571F589AC99}" destId="{5447BA10-72F0-A847-B62A-9B1978698DC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9FE6AE-C2B9-453E-8CF7-CA60604D6D13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81FFE53-82F3-4ED5-8980-3131D3FEC64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NLTK</a:t>
          </a:r>
          <a:r>
            <a:rPr lang="en-US"/>
            <a:t/>
          </a:r>
          <a:endParaRPr lang="en-US"/>
        </a:p>
      </dgm:t>
    </dgm:pt>
    <dgm:pt modelId="{DB163FDE-1BED-4CD7-9286-45EE522D531E}" cxnId="{D81993E1-3015-40C6-A186-7B84F301AE59}" type="parTrans">
      <dgm:prSet/>
      <dgm:spPr/>
      <dgm:t>
        <a:bodyPr/>
        <a:lstStyle/>
        <a:p>
          <a:endParaRPr lang="en-US"/>
        </a:p>
      </dgm:t>
    </dgm:pt>
    <dgm:pt modelId="{BBDB9BFA-B2FA-4808-8DF1-5F3FA0364A75}" cxnId="{D81993E1-3015-40C6-A186-7B84F301AE59}" type="sibTrans">
      <dgm:prSet/>
      <dgm:spPr/>
      <dgm:t>
        <a:bodyPr/>
        <a:lstStyle/>
        <a:p>
          <a:endParaRPr lang="en-US"/>
        </a:p>
      </dgm:t>
    </dgm:pt>
    <dgm:pt modelId="{1B668981-7F9A-E248-8A16-E2084FBECCCA}" type="pres">
      <dgm:prSet presAssocID="{F49FE6AE-C2B9-453E-8CF7-CA60604D6D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AF7CE1-369D-0D48-B6C8-0571F589AC99}" type="pres">
      <dgm:prSet presAssocID="{281FFE53-82F3-4ED5-8980-3131D3FEC644}" presName="root" presStyleCnt="0"/>
      <dgm:spPr/>
    </dgm:pt>
    <dgm:pt modelId="{4B093287-88FF-5848-B437-E98876F32345}" type="pres">
      <dgm:prSet presAssocID="{281FFE53-82F3-4ED5-8980-3131D3FEC644}" presName="rootComposite" presStyleCnt="0"/>
      <dgm:spPr/>
    </dgm:pt>
    <dgm:pt modelId="{8423932C-C737-8448-BDE2-B3819D3C4D79}" type="pres">
      <dgm:prSet presAssocID="{281FFE53-82F3-4ED5-8980-3131D3FEC644}" presName="rootText" presStyleLbl="node1" presStyleIdx="0" presStyleCnt="1"/>
      <dgm:spPr/>
    </dgm:pt>
    <dgm:pt modelId="{8533B2C7-3352-674F-836F-0C0740B7A888}" type="pres">
      <dgm:prSet presAssocID="{281FFE53-82F3-4ED5-8980-3131D3FEC644}" presName="rootConnector" presStyleCnt="0"/>
      <dgm:spPr/>
    </dgm:pt>
    <dgm:pt modelId="{5447BA10-72F0-A847-B62A-9B1978698DC5}" type="pres">
      <dgm:prSet presAssocID="{281FFE53-82F3-4ED5-8980-3131D3FEC644}" presName="childShape" presStyleCnt="0"/>
      <dgm:spPr/>
    </dgm:pt>
  </dgm:ptLst>
  <dgm:cxnLst>
    <dgm:cxn modelId="{D81993E1-3015-40C6-A186-7B84F301AE59}" srcId="{F49FE6AE-C2B9-453E-8CF7-CA60604D6D13}" destId="{281FFE53-82F3-4ED5-8980-3131D3FEC644}" srcOrd="0" destOrd="0" parTransId="{DB163FDE-1BED-4CD7-9286-45EE522D531E}" sibTransId="{BBDB9BFA-B2FA-4808-8DF1-5F3FA0364A75}"/>
    <dgm:cxn modelId="{A044E2E3-70E6-4F15-AE9A-79F0D366F5D0}" type="presOf" srcId="{F49FE6AE-C2B9-453E-8CF7-CA60604D6D13}" destId="{1B668981-7F9A-E248-8A16-E2084FBECCCA}" srcOrd="0" destOrd="0" presId="urn:microsoft.com/office/officeart/2005/8/layout/hierarchy3"/>
    <dgm:cxn modelId="{969D3AAB-CE53-42B2-9696-98740A10F735}" type="presParOf" srcId="{1B668981-7F9A-E248-8A16-E2084FBECCCA}" destId="{F0AF7CE1-369D-0D48-B6C8-0571F589AC99}" srcOrd="0" destOrd="0" presId="urn:microsoft.com/office/officeart/2005/8/layout/hierarchy3"/>
    <dgm:cxn modelId="{76006B19-7369-4326-ABB9-1F4F60A8DF46}" type="presParOf" srcId="{F0AF7CE1-369D-0D48-B6C8-0571F589AC99}" destId="{4B093287-88FF-5848-B437-E98876F32345}" srcOrd="0" destOrd="0" presId="urn:microsoft.com/office/officeart/2005/8/layout/hierarchy3"/>
    <dgm:cxn modelId="{EE7F55BB-B998-45A4-A81D-1698CFAADD90}" type="presOf" srcId="{281FFE53-82F3-4ED5-8980-3131D3FEC644}" destId="{4B093287-88FF-5848-B437-E98876F32345}" srcOrd="0" destOrd="0" presId="urn:microsoft.com/office/officeart/2005/8/layout/hierarchy3"/>
    <dgm:cxn modelId="{C089097C-D1BD-4C5E-BD77-3F6377B169ED}" type="presParOf" srcId="{4B093287-88FF-5848-B437-E98876F32345}" destId="{8423932C-C737-8448-BDE2-B3819D3C4D79}" srcOrd="0" destOrd="0" presId="urn:microsoft.com/office/officeart/2005/8/layout/hierarchy3"/>
    <dgm:cxn modelId="{02AB7AAE-7FF4-4B75-924D-0515313F5CDA}" type="presOf" srcId="{281FFE53-82F3-4ED5-8980-3131D3FEC644}" destId="{8423932C-C737-8448-BDE2-B3819D3C4D79}" srcOrd="0" destOrd="0" presId="urn:microsoft.com/office/officeart/2005/8/layout/hierarchy3"/>
    <dgm:cxn modelId="{D0A4EEC8-514C-4F8F-8B0A-6748A9EA6445}" type="presParOf" srcId="{4B093287-88FF-5848-B437-E98876F32345}" destId="{8533B2C7-3352-674F-836F-0C0740B7A888}" srcOrd="1" destOrd="0" presId="urn:microsoft.com/office/officeart/2005/8/layout/hierarchy3"/>
    <dgm:cxn modelId="{6B1D0E0A-E6B0-478F-A01D-BC751FD71E80}" type="presOf" srcId="{281FFE53-82F3-4ED5-8980-3131D3FEC644}" destId="{8533B2C7-3352-674F-836F-0C0740B7A888}" srcOrd="0" destOrd="0" presId="urn:microsoft.com/office/officeart/2005/8/layout/hierarchy3"/>
    <dgm:cxn modelId="{7A4A32A2-A008-41A7-812D-7C6EA3FCDE77}" type="presParOf" srcId="{F0AF7CE1-369D-0D48-B6C8-0571F589AC99}" destId="{5447BA10-72F0-A847-B62A-9B1978698DC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9FE6AE-C2B9-453E-8CF7-CA60604D6D13}" type="doc">
      <dgm:prSet loTypeId="urn:microsoft.com/office/officeart/2005/8/layout/hierarchy3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81FFE53-82F3-4ED5-8980-3131D3FEC644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BEP</a:t>
          </a:r>
          <a:r>
            <a:rPr lang="en-US"/>
            <a:t/>
          </a:r>
          <a:endParaRPr lang="en-US"/>
        </a:p>
      </dgm:t>
    </dgm:pt>
    <dgm:pt modelId="{DB163FDE-1BED-4CD7-9286-45EE522D531E}" cxnId="{BD09DFA2-4F6E-4379-B65C-B0B72A968326}" type="parTrans">
      <dgm:prSet/>
      <dgm:spPr/>
      <dgm:t>
        <a:bodyPr/>
        <a:lstStyle/>
        <a:p>
          <a:endParaRPr lang="en-US"/>
        </a:p>
      </dgm:t>
    </dgm:pt>
    <dgm:pt modelId="{BBDB9BFA-B2FA-4808-8DF1-5F3FA0364A75}" cxnId="{BD09DFA2-4F6E-4379-B65C-B0B72A968326}" type="sibTrans">
      <dgm:prSet/>
      <dgm:spPr/>
      <dgm:t>
        <a:bodyPr/>
        <a:lstStyle/>
        <a:p>
          <a:endParaRPr lang="en-US"/>
        </a:p>
      </dgm:t>
    </dgm:pt>
    <dgm:pt modelId="{1B668981-7F9A-E248-8A16-E2084FBECCCA}" type="pres">
      <dgm:prSet presAssocID="{F49FE6AE-C2B9-453E-8CF7-CA60604D6D1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0AF7CE1-369D-0D48-B6C8-0571F589AC99}" type="pres">
      <dgm:prSet presAssocID="{281FFE53-82F3-4ED5-8980-3131D3FEC644}" presName="root" presStyleCnt="0"/>
      <dgm:spPr/>
    </dgm:pt>
    <dgm:pt modelId="{4B093287-88FF-5848-B437-E98876F32345}" type="pres">
      <dgm:prSet presAssocID="{281FFE53-82F3-4ED5-8980-3131D3FEC644}" presName="rootComposite" presStyleCnt="0"/>
      <dgm:spPr/>
    </dgm:pt>
    <dgm:pt modelId="{8423932C-C737-8448-BDE2-B3819D3C4D79}" type="pres">
      <dgm:prSet presAssocID="{281FFE53-82F3-4ED5-8980-3131D3FEC644}" presName="rootText" presStyleLbl="node1" presStyleIdx="0" presStyleCnt="1"/>
      <dgm:spPr/>
    </dgm:pt>
    <dgm:pt modelId="{8533B2C7-3352-674F-836F-0C0740B7A888}" type="pres">
      <dgm:prSet presAssocID="{281FFE53-82F3-4ED5-8980-3131D3FEC644}" presName="rootConnector" presStyleCnt="0"/>
      <dgm:spPr/>
    </dgm:pt>
    <dgm:pt modelId="{5447BA10-72F0-A847-B62A-9B1978698DC5}" type="pres">
      <dgm:prSet presAssocID="{281FFE53-82F3-4ED5-8980-3131D3FEC644}" presName="childShape" presStyleCnt="0"/>
      <dgm:spPr/>
    </dgm:pt>
  </dgm:ptLst>
  <dgm:cxnLst>
    <dgm:cxn modelId="{BD09DFA2-4F6E-4379-B65C-B0B72A968326}" srcId="{F49FE6AE-C2B9-453E-8CF7-CA60604D6D13}" destId="{281FFE53-82F3-4ED5-8980-3131D3FEC644}" srcOrd="0" destOrd="0" parTransId="{DB163FDE-1BED-4CD7-9286-45EE522D531E}" sibTransId="{BBDB9BFA-B2FA-4808-8DF1-5F3FA0364A75}"/>
    <dgm:cxn modelId="{95451CB4-2B4E-42FC-AE55-EFD4EBC0AF7C}" type="presOf" srcId="{F49FE6AE-C2B9-453E-8CF7-CA60604D6D13}" destId="{1B668981-7F9A-E248-8A16-E2084FBECCCA}" srcOrd="0" destOrd="0" presId="urn:microsoft.com/office/officeart/2005/8/layout/hierarchy3"/>
    <dgm:cxn modelId="{A4ADED95-849F-4A1F-9D8F-F79CC4C81519}" type="presParOf" srcId="{1B668981-7F9A-E248-8A16-E2084FBECCCA}" destId="{F0AF7CE1-369D-0D48-B6C8-0571F589AC99}" srcOrd="0" destOrd="0" presId="urn:microsoft.com/office/officeart/2005/8/layout/hierarchy3"/>
    <dgm:cxn modelId="{30CB1A5A-FAD2-4B70-82B8-858833F54FEE}" type="presParOf" srcId="{F0AF7CE1-369D-0D48-B6C8-0571F589AC99}" destId="{4B093287-88FF-5848-B437-E98876F32345}" srcOrd="0" destOrd="0" presId="urn:microsoft.com/office/officeart/2005/8/layout/hierarchy3"/>
    <dgm:cxn modelId="{ABD5E035-2FBD-42B4-B076-107A5A2C5F67}" type="presOf" srcId="{281FFE53-82F3-4ED5-8980-3131D3FEC644}" destId="{4B093287-88FF-5848-B437-E98876F32345}" srcOrd="0" destOrd="0" presId="urn:microsoft.com/office/officeart/2005/8/layout/hierarchy3"/>
    <dgm:cxn modelId="{F6375DE2-1B4E-4AD7-9B92-21AB021EE421}" type="presParOf" srcId="{4B093287-88FF-5848-B437-E98876F32345}" destId="{8423932C-C737-8448-BDE2-B3819D3C4D79}" srcOrd="0" destOrd="0" presId="urn:microsoft.com/office/officeart/2005/8/layout/hierarchy3"/>
    <dgm:cxn modelId="{6569E1FA-BD57-4948-8716-7EA6EDDFF5CA}" type="presOf" srcId="{281FFE53-82F3-4ED5-8980-3131D3FEC644}" destId="{8423932C-C737-8448-BDE2-B3819D3C4D79}" srcOrd="0" destOrd="0" presId="urn:microsoft.com/office/officeart/2005/8/layout/hierarchy3"/>
    <dgm:cxn modelId="{C5A1187B-BA05-4BB1-80A9-984E8DAE3A1A}" type="presParOf" srcId="{4B093287-88FF-5848-B437-E98876F32345}" destId="{8533B2C7-3352-674F-836F-0C0740B7A888}" srcOrd="1" destOrd="0" presId="urn:microsoft.com/office/officeart/2005/8/layout/hierarchy3"/>
    <dgm:cxn modelId="{BA482178-CC0A-4197-BFE0-37E1465BF956}" type="presOf" srcId="{281FFE53-82F3-4ED5-8980-3131D3FEC644}" destId="{8533B2C7-3352-674F-836F-0C0740B7A888}" srcOrd="0" destOrd="0" presId="urn:microsoft.com/office/officeart/2005/8/layout/hierarchy3"/>
    <dgm:cxn modelId="{92F89D0B-05B3-42C9-A366-AA6992635CFE}" type="presParOf" srcId="{F0AF7CE1-369D-0D48-B6C8-0571F589AC99}" destId="{5447BA10-72F0-A847-B62A-9B1978698DC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3932C-C737-8448-BDE2-B3819D3C4D79}">
      <dsp:nvSpPr>
        <dsp:cNvPr id="0" name=""/>
        <dsp:cNvSpPr/>
      </dsp:nvSpPr>
      <dsp:spPr>
        <a:xfrm>
          <a:off x="1237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elastic transformations</a:t>
          </a:r>
          <a:endParaRPr lang="en-US" sz="3100" kern="1200"/>
        </a:p>
      </dsp:txBody>
      <dsp:txXfrm>
        <a:off x="43631" y="960124"/>
        <a:ext cx="2810105" cy="1362658"/>
      </dsp:txXfrm>
    </dsp:sp>
    <dsp:sp modelId="{D52D3FA1-D8FF-A940-BD91-81783A7EA1B3}">
      <dsp:nvSpPr>
        <dsp:cNvPr id="0" name=""/>
        <dsp:cNvSpPr/>
      </dsp:nvSpPr>
      <dsp:spPr>
        <a:xfrm>
          <a:off x="3619853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3662247" y="960124"/>
        <a:ext cx="2810105" cy="1362658"/>
      </dsp:txXfrm>
    </dsp:sp>
    <dsp:sp modelId="{066C002F-9935-8C48-8230-E35C48E0EF8E}">
      <dsp:nvSpPr>
        <dsp:cNvPr id="0" name=""/>
        <dsp:cNvSpPr/>
      </dsp:nvSpPr>
      <dsp:spPr>
        <a:xfrm>
          <a:off x="7238469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7280863" y="960124"/>
        <a:ext cx="2810105" cy="1362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3932C-C737-8448-BDE2-B3819D3C4D79}">
      <dsp:nvSpPr>
        <dsp:cNvPr id="0" name=""/>
        <dsp:cNvSpPr/>
      </dsp:nvSpPr>
      <dsp:spPr>
        <a:xfrm>
          <a:off x="1237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elastic transformations</a:t>
          </a:r>
          <a:endParaRPr lang="en-US" sz="3100" kern="1200"/>
        </a:p>
      </dsp:txBody>
      <dsp:txXfrm>
        <a:off x="43631" y="960124"/>
        <a:ext cx="2810105" cy="1362658"/>
      </dsp:txXfrm>
    </dsp:sp>
    <dsp:sp modelId="{D52D3FA1-D8FF-A940-BD91-81783A7EA1B3}">
      <dsp:nvSpPr>
        <dsp:cNvPr id="0" name=""/>
        <dsp:cNvSpPr/>
      </dsp:nvSpPr>
      <dsp:spPr>
        <a:xfrm>
          <a:off x="3619853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3662247" y="960124"/>
        <a:ext cx="2810105" cy="1362658"/>
      </dsp:txXfrm>
    </dsp:sp>
    <dsp:sp modelId="{066C002F-9935-8C48-8230-E35C48E0EF8E}">
      <dsp:nvSpPr>
        <dsp:cNvPr id="0" name=""/>
        <dsp:cNvSpPr/>
      </dsp:nvSpPr>
      <dsp:spPr>
        <a:xfrm>
          <a:off x="7238469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7280863" y="960124"/>
        <a:ext cx="2810105" cy="13626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3932C-C737-8448-BDE2-B3819D3C4D79}">
      <dsp:nvSpPr>
        <dsp:cNvPr id="0" name=""/>
        <dsp:cNvSpPr/>
      </dsp:nvSpPr>
      <dsp:spPr>
        <a:xfrm>
          <a:off x="1237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elastic transformations</a:t>
          </a:r>
          <a:endParaRPr lang="en-US" sz="3100" kern="1200"/>
        </a:p>
      </dsp:txBody>
      <dsp:txXfrm>
        <a:off x="43631" y="960124"/>
        <a:ext cx="2810105" cy="1362658"/>
      </dsp:txXfrm>
    </dsp:sp>
    <dsp:sp modelId="{D52D3FA1-D8FF-A940-BD91-81783A7EA1B3}">
      <dsp:nvSpPr>
        <dsp:cNvPr id="0" name=""/>
        <dsp:cNvSpPr/>
      </dsp:nvSpPr>
      <dsp:spPr>
        <a:xfrm>
          <a:off x="3619853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3662247" y="960124"/>
        <a:ext cx="2810105" cy="1362658"/>
      </dsp:txXfrm>
    </dsp:sp>
    <dsp:sp modelId="{066C002F-9935-8C48-8230-E35C48E0EF8E}">
      <dsp:nvSpPr>
        <dsp:cNvPr id="0" name=""/>
        <dsp:cNvSpPr/>
      </dsp:nvSpPr>
      <dsp:spPr>
        <a:xfrm>
          <a:off x="7238469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7280863" y="960124"/>
        <a:ext cx="2810105" cy="13626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3932C-C737-8448-BDE2-B3819D3C4D79}">
      <dsp:nvSpPr>
        <dsp:cNvPr id="0" name=""/>
        <dsp:cNvSpPr/>
      </dsp:nvSpPr>
      <dsp:spPr>
        <a:xfrm>
          <a:off x="1237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elastic transformations</a:t>
          </a:r>
          <a:endParaRPr lang="en-US" sz="3100" kern="1200"/>
        </a:p>
      </dsp:txBody>
      <dsp:txXfrm>
        <a:off x="43631" y="960124"/>
        <a:ext cx="2810105" cy="1362658"/>
      </dsp:txXfrm>
    </dsp:sp>
    <dsp:sp modelId="{D52D3FA1-D8FF-A940-BD91-81783A7EA1B3}">
      <dsp:nvSpPr>
        <dsp:cNvPr id="0" name=""/>
        <dsp:cNvSpPr/>
      </dsp:nvSpPr>
      <dsp:spPr>
        <a:xfrm>
          <a:off x="3619853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3662247" y="960124"/>
        <a:ext cx="2810105" cy="1362658"/>
      </dsp:txXfrm>
    </dsp:sp>
    <dsp:sp modelId="{066C002F-9935-8C48-8230-E35C48E0EF8E}">
      <dsp:nvSpPr>
        <dsp:cNvPr id="0" name=""/>
        <dsp:cNvSpPr/>
      </dsp:nvSpPr>
      <dsp:spPr>
        <a:xfrm>
          <a:off x="7238469" y="917730"/>
          <a:ext cx="2894893" cy="144744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100" kern="1200"/>
            <a:t>mesh distortions</a:t>
          </a:r>
          <a:endParaRPr lang="en-US" sz="3100" kern="1200"/>
        </a:p>
      </dsp:txBody>
      <dsp:txXfrm>
        <a:off x="7280863" y="960124"/>
        <a:ext cx="2810105" cy="1362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3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/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  <p:sp>
        <p:nvSpPr>
          <p:cNvPr id="11" name="Rectangle 5"/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-1" fmla="*/ 0 w 6096000"/>
              <a:gd name="connsiteY0-2" fmla="*/ 0 h 6858000"/>
              <a:gd name="connsiteX1-3" fmla="*/ 6096000 w 6096000"/>
              <a:gd name="connsiteY1-4" fmla="*/ 0 h 6858000"/>
              <a:gd name="connsiteX2-5" fmla="*/ 6096000 w 6096000"/>
              <a:gd name="connsiteY2-6" fmla="*/ 6858000 h 6858000"/>
              <a:gd name="connsiteX3-7" fmla="*/ 3058886 w 6096000"/>
              <a:gd name="connsiteY3-8" fmla="*/ 6858000 h 6858000"/>
              <a:gd name="connsiteX4-9" fmla="*/ 0 w 6096000"/>
              <a:gd name="connsiteY4-10" fmla="*/ 6858000 h 6858000"/>
              <a:gd name="connsiteX5" fmla="*/ 0 w 6096000"/>
              <a:gd name="connsiteY5" fmla="*/ 0 h 6858000"/>
              <a:gd name="connsiteX0-11" fmla="*/ 0 w 6096000"/>
              <a:gd name="connsiteY0-12" fmla="*/ 0 h 6858000"/>
              <a:gd name="connsiteX1-13" fmla="*/ 6096000 w 6096000"/>
              <a:gd name="connsiteY1-14" fmla="*/ 0 h 6858000"/>
              <a:gd name="connsiteX2-15" fmla="*/ 6096000 w 6096000"/>
              <a:gd name="connsiteY2-16" fmla="*/ 6858000 h 6858000"/>
              <a:gd name="connsiteX3-17" fmla="*/ 3037115 w 6096000"/>
              <a:gd name="connsiteY3-18" fmla="*/ 5889172 h 6858000"/>
              <a:gd name="connsiteX4-19" fmla="*/ 0 w 6096000"/>
              <a:gd name="connsiteY4-20" fmla="*/ 6858000 h 6858000"/>
              <a:gd name="connsiteX5-21" fmla="*/ 0 w 6096000"/>
              <a:gd name="connsiteY5-2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/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spc="14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Tx/>
        <a:buNone/>
        <a:defRPr sz="2000" kern="1200" spc="9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3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 spc="9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3000"/>
        </a:lnSpc>
        <a:spcBef>
          <a:spcPts val="500"/>
        </a:spcBef>
        <a:buFontTx/>
        <a:buNone/>
        <a:defRPr sz="1600" kern="1200" spc="9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400" kern="1200" spc="9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3000"/>
        </a:lnSpc>
        <a:spcBef>
          <a:spcPts val="500"/>
        </a:spcBef>
        <a:buFontTx/>
        <a:buNone/>
        <a:defRPr sz="1400" kern="1200" spc="9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3.xml"/><Relationship Id="rId8" Type="http://schemas.openxmlformats.org/officeDocument/2006/relationships/diagramQuickStyle" Target="../diagrams/quickStyle3.xml"/><Relationship Id="rId7" Type="http://schemas.openxmlformats.org/officeDocument/2006/relationships/diagramLayout" Target="../diagrams/layout3.xml"/><Relationship Id="rId6" Type="http://schemas.openxmlformats.org/officeDocument/2006/relationships/diagramData" Target="../diagrams/data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6" Type="http://schemas.openxmlformats.org/officeDocument/2006/relationships/slideLayout" Target="../slideLayouts/slideLayout7.xml"/><Relationship Id="rId15" Type="http://schemas.microsoft.com/office/2007/relationships/diagramDrawing" Target="../diagrams/drawing4.xml"/><Relationship Id="rId14" Type="http://schemas.openxmlformats.org/officeDocument/2006/relationships/diagramColors" Target="../diagrams/colors4.xml"/><Relationship Id="rId13" Type="http://schemas.openxmlformats.org/officeDocument/2006/relationships/diagramQuickStyle" Target="../diagrams/quickStyle4.xml"/><Relationship Id="rId12" Type="http://schemas.openxmlformats.org/officeDocument/2006/relationships/diagramLayout" Target="../diagrams/layout4.xml"/><Relationship Id="rId11" Type="http://schemas.openxmlformats.org/officeDocument/2006/relationships/diagramData" Target="../diagrams/data4.xml"/><Relationship Id="rId10" Type="http://schemas.microsoft.com/office/2007/relationships/diagramDrawing" Target="../diagrams/drawing3.xml"/><Relationship Id="rId1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内容占位符 2"/>
          <p:cNvGraphicFramePr>
            <a:graphicFrameLocks noGrp="1"/>
          </p:cNvGraphicFramePr>
          <p:nvPr/>
        </p:nvGraphicFramePr>
        <p:xfrm>
          <a:off x="1680210" y="424815"/>
          <a:ext cx="8832215" cy="19602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415925" y="278765"/>
            <a:ext cx="43491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Tokenization</a:t>
            </a:r>
            <a:endParaRPr lang="en-US" altLang="zh-CN" sz="3200" b="1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" y="4252595"/>
            <a:ext cx="7960995" cy="11969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0490" y="2336800"/>
            <a:ext cx="1575435" cy="4203700"/>
          </a:xfrm>
          <a:prstGeom prst="rect">
            <a:avLst/>
          </a:prstGeom>
        </p:spPr>
      </p:pic>
      <p:cxnSp>
        <p:nvCxnSpPr>
          <p:cNvPr id="15" name="直接箭头连接符 14"/>
          <p:cNvCxnSpPr/>
          <p:nvPr/>
        </p:nvCxnSpPr>
        <p:spPr>
          <a:xfrm>
            <a:off x="2954020" y="2628900"/>
            <a:ext cx="1048385" cy="14827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4765040" y="2618105"/>
            <a:ext cx="1008380" cy="142176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223135" y="2260600"/>
            <a:ext cx="2938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file.read.split( )</a:t>
            </a:r>
            <a:endParaRPr lang="en-US" altLang="zh-CN" b="1"/>
          </a:p>
        </p:txBody>
      </p:sp>
      <p:sp>
        <p:nvSpPr>
          <p:cNvPr id="18" name="文本框 17"/>
          <p:cNvSpPr txBox="1"/>
          <p:nvPr/>
        </p:nvSpPr>
        <p:spPr>
          <a:xfrm>
            <a:off x="5161915" y="226060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word_tokenize(s)</a:t>
            </a:r>
            <a:endParaRPr lang="zh-CN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圆角矩形 8"/>
          <p:cNvSpPr/>
          <p:nvPr/>
        </p:nvSpPr>
        <p:spPr>
          <a:xfrm>
            <a:off x="3287395" y="1499235"/>
            <a:ext cx="2827655" cy="7385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7" name="内容占位符 2"/>
          <p:cNvGraphicFramePr>
            <a:graphicFrameLocks noGrp="1"/>
          </p:cNvGraphicFramePr>
          <p:nvPr/>
        </p:nvGraphicFramePr>
        <p:xfrm>
          <a:off x="996950" y="1235710"/>
          <a:ext cx="2011045" cy="601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4" name="内容占位符 2"/>
          <p:cNvGraphicFramePr>
            <a:graphicFrameLocks noGrp="1"/>
          </p:cNvGraphicFramePr>
          <p:nvPr/>
        </p:nvGraphicFramePr>
        <p:xfrm>
          <a:off x="996950" y="2021840"/>
          <a:ext cx="2011045" cy="601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5" name="内容占位符 2"/>
          <p:cNvGraphicFramePr>
            <a:graphicFrameLocks noGrp="1"/>
          </p:cNvGraphicFramePr>
          <p:nvPr/>
        </p:nvGraphicFramePr>
        <p:xfrm>
          <a:off x="996950" y="4364355"/>
          <a:ext cx="2011045" cy="601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780155" y="168402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tx2">
                    <a:lumMod val="25000"/>
                    <a:lumOff val="75000"/>
                  </a:schemeClr>
                </a:solidFill>
              </a:rPr>
              <a:t>word granularity</a:t>
            </a:r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406140" y="4226560"/>
            <a:ext cx="2827655" cy="7385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75050" y="441198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tx2">
                    <a:lumMod val="25000"/>
                    <a:lumOff val="75000"/>
                  </a:schemeClr>
                </a:solidFill>
              </a:rPr>
              <a:t>sub</a:t>
            </a:r>
            <a:r>
              <a:rPr lang="zh-CN" altLang="en-US" b="1">
                <a:solidFill>
                  <a:schemeClr val="tx2">
                    <a:lumMod val="25000"/>
                    <a:lumOff val="75000"/>
                  </a:schemeClr>
                </a:solidFill>
              </a:rPr>
              <a:t>word granularity</a:t>
            </a:r>
            <a:endParaRPr lang="zh-CN" altLang="en-US" b="1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04875" y="394335"/>
            <a:ext cx="53282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Pros and Cons for each Tokenization</a:t>
            </a:r>
            <a:endParaRPr lang="en-US" altLang="zh-CN" sz="2400" b="1"/>
          </a:p>
        </p:txBody>
      </p:sp>
      <p:sp>
        <p:nvSpPr>
          <p:cNvPr id="12" name="右箭头 11"/>
          <p:cNvSpPr/>
          <p:nvPr/>
        </p:nvSpPr>
        <p:spPr>
          <a:xfrm>
            <a:off x="2779395" y="1840230"/>
            <a:ext cx="428625" cy="134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2779395" y="4528820"/>
            <a:ext cx="428625" cy="134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双大括号 14"/>
          <p:cNvSpPr/>
          <p:nvPr/>
        </p:nvSpPr>
        <p:spPr>
          <a:xfrm>
            <a:off x="6583045" y="957580"/>
            <a:ext cx="5376545" cy="2105025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99935" y="966470"/>
            <a:ext cx="4495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advantages: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can keep the meaning of words well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7161530" y="1840230"/>
            <a:ext cx="48907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disadvantage</a:t>
            </a:r>
            <a:r>
              <a:rPr lang="en-US" altLang="zh-CN"/>
              <a:t>: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the dictionary needed to be constructed is too large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 causes out of the vocabulary problems</a:t>
            </a:r>
            <a:endParaRPr lang="en-US" altLang="zh-CN"/>
          </a:p>
        </p:txBody>
      </p:sp>
      <p:sp>
        <p:nvSpPr>
          <p:cNvPr id="18" name="双大括号 17"/>
          <p:cNvSpPr/>
          <p:nvPr/>
        </p:nvSpPr>
        <p:spPr>
          <a:xfrm>
            <a:off x="6479540" y="3543935"/>
            <a:ext cx="5376545" cy="2105025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938645" y="4124325"/>
            <a:ext cx="53359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each token in this list has a certain meaning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saves memory and preserves semantics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465820" y="3244850"/>
            <a:ext cx="2699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solve the problem</a:t>
            </a:r>
            <a:endParaRPr lang="en-US" altLang="zh-CN" b="1"/>
          </a:p>
        </p:txBody>
      </p:sp>
      <p:sp>
        <p:nvSpPr>
          <p:cNvPr id="21" name="下箭头 20"/>
          <p:cNvSpPr/>
          <p:nvPr/>
        </p:nvSpPr>
        <p:spPr>
          <a:xfrm>
            <a:off x="8331200" y="3015615"/>
            <a:ext cx="285750" cy="10560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/>
          <p:nvPr>
            <p:ph type="title"/>
          </p:nvPr>
        </p:nvSpPr>
        <p:spPr>
          <a:xfrm>
            <a:off x="615950" y="183515"/>
            <a:ext cx="10134600" cy="1288489"/>
          </a:xfrm>
        </p:spPr>
        <p:txBody>
          <a:bodyPr/>
          <a:p>
            <a:r>
              <a:rPr lang="en-US" altLang="zh-CN" b="1"/>
              <a:t>Skip-gram model</a:t>
            </a:r>
            <a:br>
              <a:rPr lang="en-US" altLang="zh-CN"/>
            </a:b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2125" y="1228090"/>
            <a:ext cx="4434205" cy="410210"/>
          </a:xfrm>
          <a:prstGeom prst="rect">
            <a:avLst/>
          </a:prstGeom>
        </p:spPr>
      </p:pic>
      <p:pic>
        <p:nvPicPr>
          <p:cNvPr id="7" name="图片 6" descr="ski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" y="1786890"/>
            <a:ext cx="4146550" cy="2702560"/>
          </a:xfrm>
          <a:prstGeom prst="rect">
            <a:avLst/>
          </a:prstGeom>
        </p:spPr>
      </p:pic>
      <p:pic>
        <p:nvPicPr>
          <p:cNvPr id="8" name="图片 7" descr="loss r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15" y="553085"/>
            <a:ext cx="4278630" cy="2670175"/>
          </a:xfrm>
          <a:prstGeom prst="rect">
            <a:avLst/>
          </a:prstGeom>
        </p:spPr>
      </p:pic>
      <p:pic>
        <p:nvPicPr>
          <p:cNvPr id="9" name="图片 8" descr="resul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70" y="3631565"/>
            <a:ext cx="5121275" cy="21399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863330" y="1419225"/>
            <a:ext cx="1508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loss rate in 30000 steps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892415" y="58356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embedding size=200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92415" y="620395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learning rate=0.0002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68960" y="967740"/>
            <a:ext cx="4848860" cy="774065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9483" y="967865"/>
            <a:ext cx="4904585" cy="814387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p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87325" y="236220"/>
            <a:ext cx="26765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optimization</a:t>
            </a:r>
            <a:endParaRPr lang="en-US" altLang="zh-CN" sz="3200" b="1"/>
          </a:p>
        </p:txBody>
      </p:sp>
      <p:sp>
        <p:nvSpPr>
          <p:cNvPr id="8" name="文本框 7"/>
          <p:cNvSpPr txBox="1"/>
          <p:nvPr/>
        </p:nvSpPr>
        <p:spPr>
          <a:xfrm>
            <a:off x="1638935" y="1124585"/>
            <a:ext cx="2708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negative sampling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96225" y="1144905"/>
            <a:ext cx="2708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1"/>
                </a:solidFill>
              </a:rPr>
              <a:t>subsampling</a:t>
            </a:r>
            <a:endParaRPr lang="en-US" altLang="zh-CN" sz="2400">
              <a:solidFill>
                <a:schemeClr val="bg1"/>
              </a:solidFill>
            </a:endParaRPr>
          </a:p>
        </p:txBody>
      </p:sp>
      <p:pic>
        <p:nvPicPr>
          <p:cNvPr id="10" name="内容占位符 9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75970" y="2086610"/>
            <a:ext cx="4848860" cy="784860"/>
          </a:xfrm>
          <a:prstGeom prst="rect">
            <a:avLst/>
          </a:prstGeom>
        </p:spPr>
      </p:pic>
      <p:pic>
        <p:nvPicPr>
          <p:cNvPr id="11" name="内容占位符 10"/>
          <p:cNvPicPr>
            <a:picLocks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774815" y="2086610"/>
            <a:ext cx="3695700" cy="8001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89635" y="3964940"/>
            <a:ext cx="42068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the loss can be approximated from the softmax layer by only updating a</a:t>
            </a:r>
            <a:r>
              <a:rPr lang="zh-CN" altLang="en-US" b="1"/>
              <a:t> small subset</a:t>
            </a:r>
            <a:r>
              <a:rPr lang="zh-CN" altLang="en-US"/>
              <a:t> of all the weights at once </a:t>
            </a:r>
            <a:r>
              <a:rPr lang="en-US" altLang="zh-CN" b="1"/>
              <a:t>rather than using all the weights</a:t>
            </a:r>
            <a:endParaRPr lang="en-US" altLang="zh-CN" b="1"/>
          </a:p>
        </p:txBody>
      </p:sp>
      <p:sp>
        <p:nvSpPr>
          <p:cNvPr id="13" name="文本框 12"/>
          <p:cNvSpPr txBox="1"/>
          <p:nvPr/>
        </p:nvSpPr>
        <p:spPr>
          <a:xfrm>
            <a:off x="1930400" y="2704465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modified loss function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218680" y="2799715"/>
            <a:ext cx="3500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the possibility of wi to be </a:t>
            </a:r>
            <a:r>
              <a:rPr lang="zh-CN" altLang="en-US"/>
              <a:t>delete</a:t>
            </a:r>
            <a:r>
              <a:rPr lang="en-US" altLang="zh-CN"/>
              <a:t>d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6805930" y="4241800"/>
            <a:ext cx="43262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some common words are discarded with a certain probability</a:t>
            </a:r>
            <a:r>
              <a:rPr lang="en-US" altLang="zh-CN"/>
              <a:t>. Like “the”, “a”.....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DengXian"/>
        <a:ea typeface=""/>
        <a:cs typeface=""/>
      </a:majorFont>
      <a:minorFont>
        <a:latin typeface="DengXi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WPS 演示</Application>
  <PresentationFormat>宽屏</PresentationFormat>
  <Paragraphs>52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等线</vt:lpstr>
      <vt:lpstr>微软雅黑</vt:lpstr>
      <vt:lpstr>Arial Unicode MS</vt:lpstr>
      <vt:lpstr>Calibri</vt:lpstr>
      <vt:lpstr>AdornVTI</vt:lpstr>
      <vt:lpstr>PowerPoint 演示文稿</vt:lpstr>
      <vt:lpstr>PowerPoint 演示文稿</vt:lpstr>
      <vt:lpstr>Model Construction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Version Team Project: Brain Tumor Recognition </dc:title>
  <dc:creator>Rilong Zhang</dc:creator>
  <cp:lastModifiedBy>淡定</cp:lastModifiedBy>
  <cp:revision>4</cp:revision>
  <dcterms:created xsi:type="dcterms:W3CDTF">2022-08-11T06:03:00Z</dcterms:created>
  <dcterms:modified xsi:type="dcterms:W3CDTF">2022-08-11T12:27:45Z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2052-11.1.0.9155</vt:lpwstr>
  </property>
</Properties>
</file>